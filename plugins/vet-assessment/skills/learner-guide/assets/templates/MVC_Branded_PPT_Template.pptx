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2" d="100"/>
          <a:sy n="22" d="100"/>
        </p:scale>
        <p:origin x="1302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8B90A6-EEA7-4457-9A94-4518B64AC11E}" type="datetimeFigureOut">
              <a:rPr lang="en-AU" smtClean="0"/>
              <a:t>14/08/2026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3AA87-1C05-48D3-9B36-29B3BF388D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11339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236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4B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7295" y="0"/>
            <a:ext cx="914400" cy="1371600"/>
          </a:xfrm>
          <a:prstGeom prst="rect">
            <a:avLst/>
          </a:prstGeom>
          <a:solidFill>
            <a:srgbClr val="F09C0C"/>
          </a:solidFill>
          <a:ln/>
        </p:spPr>
      </p:sp>
      <p:sp>
        <p:nvSpPr>
          <p:cNvPr id="3" name="Shape 1"/>
          <p:cNvSpPr/>
          <p:nvPr/>
        </p:nvSpPr>
        <p:spPr>
          <a:xfrm>
            <a:off x="11277295" y="1371600"/>
            <a:ext cx="914400" cy="1371600"/>
          </a:xfrm>
          <a:prstGeom prst="rect">
            <a:avLst/>
          </a:prstGeom>
          <a:solidFill>
            <a:srgbClr val="E45418"/>
          </a:solidFill>
          <a:ln/>
        </p:spPr>
      </p:sp>
      <p:sp>
        <p:nvSpPr>
          <p:cNvPr id="4" name="Shape 2"/>
          <p:cNvSpPr/>
          <p:nvPr/>
        </p:nvSpPr>
        <p:spPr>
          <a:xfrm>
            <a:off x="11277295" y="2743200"/>
            <a:ext cx="914400" cy="1371600"/>
          </a:xfrm>
          <a:prstGeom prst="rect">
            <a:avLst/>
          </a:prstGeom>
          <a:solidFill>
            <a:srgbClr val="2F60B4"/>
          </a:solidFill>
          <a:ln/>
        </p:spPr>
      </p:sp>
      <p:sp>
        <p:nvSpPr>
          <p:cNvPr id="5" name="Shape 3"/>
          <p:cNvSpPr/>
          <p:nvPr/>
        </p:nvSpPr>
        <p:spPr>
          <a:xfrm>
            <a:off x="11277295" y="4114800"/>
            <a:ext cx="914400" cy="1371600"/>
          </a:xfrm>
          <a:prstGeom prst="rect">
            <a:avLst/>
          </a:prstGeom>
          <a:solidFill>
            <a:srgbClr val="2F60B4"/>
          </a:solidFill>
          <a:ln/>
        </p:spPr>
      </p:sp>
      <p:sp>
        <p:nvSpPr>
          <p:cNvPr id="6" name="Shape 4"/>
          <p:cNvSpPr/>
          <p:nvPr/>
        </p:nvSpPr>
        <p:spPr>
          <a:xfrm>
            <a:off x="11277295" y="5486400"/>
            <a:ext cx="914400" cy="1371600"/>
          </a:xfrm>
          <a:prstGeom prst="rect">
            <a:avLst/>
          </a:prstGeom>
          <a:solidFill>
            <a:srgbClr val="E45418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493776"/>
            <a:ext cx="5266944" cy="2299828"/>
          </a:xfrm>
          <a:prstGeom prst="roundRect">
            <a:avLst>
              <a:gd name="adj" fmla="val 4771"/>
            </a:avLst>
          </a:prstGeom>
          <a:solidFill>
            <a:srgbClr val="234B8C"/>
          </a:solidFill>
          <a:ln/>
        </p:spPr>
      </p:sp>
      <p:pic>
        <p:nvPicPr>
          <p:cNvPr id="8" name="Image 0" descr="/home/claude/aci_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40080"/>
            <a:ext cx="4937760" cy="20072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2004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 GOES HERE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41248" y="42976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/ unit code / qualification — replace this line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41248" y="5212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name  ·  Role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 ·  Location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41248" y="62636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Vocational College   ·   </a:t>
            </a:r>
            <a:r>
              <a:rPr lang="en-US" sz="1100" b="1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45039   ·   CRICOS 03551M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03504" cy="603504"/>
          </a:xfrm>
          <a:prstGeom prst="ellipse">
            <a:avLst/>
          </a:prstGeom>
          <a:solidFill>
            <a:srgbClr val="2F60B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11" y="541691"/>
            <a:ext cx="434523" cy="4345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6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9933127" y="292608"/>
            <a:ext cx="1773936" cy="814782"/>
          </a:xfrm>
          <a:prstGeom prst="roundRect">
            <a:avLst>
              <a:gd name="adj" fmla="val 6734"/>
            </a:avLst>
          </a:prstGeom>
          <a:solidFill>
            <a:srgbClr val="234B8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1" descr="/home/claude/aci_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2855" y="384048"/>
            <a:ext cx="1554480" cy="63190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2920" y="1600200"/>
            <a:ext cx="11155680" cy="84124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02920" y="1600200"/>
            <a:ext cx="1005840" cy="841248"/>
          </a:xfrm>
          <a:prstGeom prst="rect">
            <a:avLst/>
          </a:prstGeom>
          <a:solidFill>
            <a:srgbClr val="F09C0C"/>
          </a:solidFill>
          <a:ln/>
        </p:spPr>
      </p:sp>
      <p:sp>
        <p:nvSpPr>
          <p:cNvPr id="10" name="Text 6"/>
          <p:cNvSpPr/>
          <p:nvPr/>
        </p:nvSpPr>
        <p:spPr>
          <a:xfrm>
            <a:off x="502920" y="1600200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1691640" y="160020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one title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02920" y="2551176"/>
            <a:ext cx="11155680" cy="84124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2551176"/>
            <a:ext cx="1005840" cy="841248"/>
          </a:xfrm>
          <a:prstGeom prst="rect">
            <a:avLst/>
          </a:prstGeom>
          <a:solidFill>
            <a:srgbClr val="E45418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2551176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1691640" y="255117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two title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02920" y="3502152"/>
            <a:ext cx="11155680" cy="84124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02920" y="3502152"/>
            <a:ext cx="1005840" cy="841248"/>
          </a:xfrm>
          <a:prstGeom prst="rect">
            <a:avLst/>
          </a:prstGeom>
          <a:solidFill>
            <a:srgbClr val="2F60B4"/>
          </a:solidFill>
          <a:ln/>
        </p:spPr>
      </p:sp>
      <p:sp>
        <p:nvSpPr>
          <p:cNvPr id="18" name="Text 14"/>
          <p:cNvSpPr/>
          <p:nvPr/>
        </p:nvSpPr>
        <p:spPr>
          <a:xfrm>
            <a:off x="502920" y="3502152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5"/>
          <p:cNvSpPr/>
          <p:nvPr/>
        </p:nvSpPr>
        <p:spPr>
          <a:xfrm>
            <a:off x="1691640" y="350215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three title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502920" y="4453128"/>
            <a:ext cx="11155680" cy="84124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02920" y="4453128"/>
            <a:ext cx="1005840" cy="841248"/>
          </a:xfrm>
          <a:prstGeom prst="rect">
            <a:avLst/>
          </a:prstGeom>
          <a:solidFill>
            <a:srgbClr val="2F60B4"/>
          </a:solidFill>
          <a:ln/>
        </p:spPr>
      </p:sp>
      <p:sp>
        <p:nvSpPr>
          <p:cNvPr id="22" name="Text 18"/>
          <p:cNvSpPr/>
          <p:nvPr/>
        </p:nvSpPr>
        <p:spPr>
          <a:xfrm>
            <a:off x="502920" y="4453128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19"/>
          <p:cNvSpPr/>
          <p:nvPr/>
        </p:nvSpPr>
        <p:spPr>
          <a:xfrm>
            <a:off x="1691640" y="445312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four title</a:t>
            </a:r>
            <a:endParaRPr lang="en-US" sz="1700" dirty="0"/>
          </a:p>
        </p:txBody>
      </p:sp>
      <p:sp>
        <p:nvSpPr>
          <p:cNvPr id="24" name="Shape 20"/>
          <p:cNvSpPr/>
          <p:nvPr/>
        </p:nvSpPr>
        <p:spPr>
          <a:xfrm>
            <a:off x="502920" y="5404104"/>
            <a:ext cx="11155680" cy="84124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02920" y="5404104"/>
            <a:ext cx="1005840" cy="841248"/>
          </a:xfrm>
          <a:prstGeom prst="rect">
            <a:avLst/>
          </a:prstGeom>
          <a:solidFill>
            <a:srgbClr val="E45418"/>
          </a:solidFill>
          <a:ln/>
        </p:spPr>
      </p:sp>
      <p:sp>
        <p:nvSpPr>
          <p:cNvPr id="26" name="Text 22"/>
          <p:cNvSpPr/>
          <p:nvPr/>
        </p:nvSpPr>
        <p:spPr>
          <a:xfrm>
            <a:off x="502920" y="5404104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27" name="Text 23"/>
          <p:cNvSpPr/>
          <p:nvPr/>
        </p:nvSpPr>
        <p:spPr>
          <a:xfrm>
            <a:off x="1691640" y="5404104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five title</a:t>
            </a:r>
            <a:endParaRPr lang="en-US" sz="1700" dirty="0"/>
          </a:p>
        </p:txBody>
      </p:sp>
      <p:sp>
        <p:nvSpPr>
          <p:cNvPr id="28" name="Shape 24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E3E8EE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640080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Vocational College</a:t>
            </a: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b="1" dirty="0">
                <a:solidFill>
                  <a:srgbClr val="2F6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45039</a:t>
            </a: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b="1" dirty="0">
                <a:solidFill>
                  <a:srgbClr val="2F6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CRICOS 03551M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231575" y="6400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4B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09C0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3A4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91440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36576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title goes here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86968" y="4663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description of what this section covers.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338767" y="5188662"/>
            <a:ext cx="2414016" cy="1074978"/>
          </a:xfrm>
          <a:prstGeom prst="roundRect">
            <a:avLst>
              <a:gd name="adj" fmla="val 5104"/>
            </a:avLst>
          </a:prstGeom>
          <a:solidFill>
            <a:srgbClr val="234B8C"/>
          </a:solidFill>
          <a:ln w="12700">
            <a:solidFill>
              <a:srgbClr val="44516A"/>
            </a:solidFill>
            <a:prstDash val="solid"/>
          </a:ln>
        </p:spPr>
      </p:sp>
      <p:pic>
        <p:nvPicPr>
          <p:cNvPr id="8" name="Image 0" descr="/home/claude/aci_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495" y="5280102"/>
            <a:ext cx="2194560" cy="89209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44516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640080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Vocational College</a:t>
            </a: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b="1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45039</a:t>
            </a: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b="1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CRICOS 03551M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31575" y="6400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03504" cy="603504"/>
          </a:xfrm>
          <a:prstGeom prst="ellipse">
            <a:avLst/>
          </a:prstGeom>
          <a:solidFill>
            <a:srgbClr val="F09C0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11" y="541691"/>
            <a:ext cx="434523" cy="4345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09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· SINGLE COLUMN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statement for this slide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9933127" y="292608"/>
            <a:ext cx="1773936" cy="814782"/>
          </a:xfrm>
          <a:prstGeom prst="roundRect">
            <a:avLst>
              <a:gd name="adj" fmla="val 6734"/>
            </a:avLst>
          </a:prstGeom>
          <a:solidFill>
            <a:srgbClr val="234B8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1" descr="/home/claude/aci_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2855" y="384048"/>
            <a:ext cx="1554480" cy="6319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1463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layout for explanation or a short list of key points. Keep to one idea per slide and let the bullets carry the detail.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48640" y="2286000"/>
            <a:ext cx="10972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key point — replace with your content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key point — keep bullets to one or two lines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key point — aim for four to six bullets maximum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key point — use sub-points sparingly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Fifth key point — finish with the takeaway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E3E8E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02920" y="640080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Vocational College</a:t>
            </a: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b="1" dirty="0">
                <a:solidFill>
                  <a:srgbClr val="2F6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45039</a:t>
            </a: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b="1" dirty="0">
                <a:solidFill>
                  <a:srgbClr val="2F6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CRICOS 03551M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31575" y="6400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03504" cy="603504"/>
          </a:xfrm>
          <a:prstGeom prst="ellipse">
            <a:avLst/>
          </a:prstGeom>
          <a:solidFill>
            <a:srgbClr val="2F60B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11" y="541691"/>
            <a:ext cx="434523" cy="4345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6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· TWO COLUMN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or pair two ideas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9933127" y="292608"/>
            <a:ext cx="1773936" cy="814782"/>
          </a:xfrm>
          <a:prstGeom prst="roundRect">
            <a:avLst>
              <a:gd name="adj" fmla="val 6734"/>
            </a:avLst>
          </a:prstGeom>
          <a:solidFill>
            <a:srgbClr val="234B8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1" descr="/home/claude/aci_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2855" y="384048"/>
            <a:ext cx="1554480" cy="63190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2920" y="1554480"/>
            <a:ext cx="54864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02920" y="1554480"/>
            <a:ext cx="91440" cy="4114800"/>
          </a:xfrm>
          <a:prstGeom prst="rect">
            <a:avLst/>
          </a:prstGeom>
          <a:solidFill>
            <a:srgbClr val="2F60B4"/>
          </a:solidFill>
          <a:ln/>
        </p:spPr>
      </p:sp>
      <p:sp>
        <p:nvSpPr>
          <p:cNvPr id="10" name="Text 6"/>
          <p:cNvSpPr/>
          <p:nvPr/>
        </p:nvSpPr>
        <p:spPr>
          <a:xfrm>
            <a:off x="77724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column heading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24028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one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two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three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four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72200" y="1554480"/>
            <a:ext cx="54864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172200" y="1554480"/>
            <a:ext cx="91440" cy="4114800"/>
          </a:xfrm>
          <a:prstGeom prst="rect">
            <a:avLst/>
          </a:prstGeom>
          <a:solidFill>
            <a:srgbClr val="F09C0C"/>
          </a:solidFill>
          <a:ln/>
        </p:spPr>
      </p:sp>
      <p:sp>
        <p:nvSpPr>
          <p:cNvPr id="14" name="Text 10"/>
          <p:cNvSpPr/>
          <p:nvPr/>
        </p:nvSpPr>
        <p:spPr>
          <a:xfrm>
            <a:off x="644652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column heading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46520" y="224028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one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two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three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four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E3E8E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02920" y="640080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Vocational College</a:t>
            </a: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b="1" dirty="0">
                <a:solidFill>
                  <a:srgbClr val="2F6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45039</a:t>
            </a: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b="1" dirty="0">
                <a:solidFill>
                  <a:srgbClr val="2F6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CRICOS 03551M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31575" y="6400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03504" cy="603504"/>
          </a:xfrm>
          <a:prstGeom prst="ellipse">
            <a:avLst/>
          </a:prstGeom>
          <a:solidFill>
            <a:srgbClr val="E4541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11" y="541691"/>
            <a:ext cx="434523" cy="4345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45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· THREE CARDS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related items side by side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9933127" y="292608"/>
            <a:ext cx="1773936" cy="814782"/>
          </a:xfrm>
          <a:prstGeom prst="roundRect">
            <a:avLst>
              <a:gd name="adj" fmla="val 6734"/>
            </a:avLst>
          </a:prstGeom>
          <a:solidFill>
            <a:srgbClr val="234B8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1" descr="/home/claude/aci_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2855" y="384048"/>
            <a:ext cx="1554480" cy="63190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2920" y="1600200"/>
            <a:ext cx="36118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02920" y="1600200"/>
            <a:ext cx="3611880" cy="109728"/>
          </a:xfrm>
          <a:prstGeom prst="rect">
            <a:avLst/>
          </a:prstGeom>
          <a:solidFill>
            <a:srgbClr val="2F60B4"/>
          </a:solidFill>
          <a:ln/>
        </p:spPr>
      </p:sp>
      <p:sp>
        <p:nvSpPr>
          <p:cNvPr id="10" name="Shape 6"/>
          <p:cNvSpPr/>
          <p:nvPr/>
        </p:nvSpPr>
        <p:spPr>
          <a:xfrm>
            <a:off x="1897380" y="1965960"/>
            <a:ext cx="822960" cy="822960"/>
          </a:xfrm>
          <a:prstGeom prst="ellipse">
            <a:avLst/>
          </a:prstGeom>
          <a:solidFill>
            <a:srgbClr val="2F60B4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2594" y="2081174"/>
            <a:ext cx="592531" cy="59253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5800" y="29260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777240" y="342900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700"/>
              </a:spcAft>
              <a:buNone/>
            </a:pPr>
            <a:r>
              <a:rPr lang="en-US" sz="1250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supporting line</a:t>
            </a:r>
            <a:endParaRPr lang="en-US" sz="1250" dirty="0"/>
          </a:p>
          <a:p>
            <a:pPr marL="0" indent="0" algn="ctr">
              <a:spcAft>
                <a:spcPts val="700"/>
              </a:spcAft>
              <a:buNone/>
            </a:pPr>
            <a:r>
              <a:rPr lang="en-US" sz="1250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supporting line</a:t>
            </a:r>
            <a:endParaRPr lang="en-US" sz="1250" dirty="0"/>
          </a:p>
          <a:p>
            <a:pPr marL="0" indent="0" algn="ctr">
              <a:spcAft>
                <a:spcPts val="700"/>
              </a:spcAft>
              <a:buNone/>
            </a:pPr>
            <a:r>
              <a:rPr lang="en-US" sz="1250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supporting line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279392" y="1600200"/>
            <a:ext cx="36118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279392" y="1600200"/>
            <a:ext cx="3611880" cy="109728"/>
          </a:xfrm>
          <a:prstGeom prst="rect">
            <a:avLst/>
          </a:prstGeom>
          <a:solidFill>
            <a:srgbClr val="F09C0C"/>
          </a:solidFill>
          <a:ln/>
        </p:spPr>
      </p:sp>
      <p:sp>
        <p:nvSpPr>
          <p:cNvPr id="16" name="Shape 11"/>
          <p:cNvSpPr/>
          <p:nvPr/>
        </p:nvSpPr>
        <p:spPr>
          <a:xfrm>
            <a:off x="5673852" y="1965960"/>
            <a:ext cx="822960" cy="822960"/>
          </a:xfrm>
          <a:prstGeom prst="ellipse">
            <a:avLst/>
          </a:prstGeom>
          <a:solidFill>
            <a:srgbClr val="F09C0C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9066" y="2081174"/>
            <a:ext cx="592531" cy="59253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462272" y="29260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4553712" y="342900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700"/>
              </a:spcAft>
              <a:buNone/>
            </a:pPr>
            <a:r>
              <a:rPr lang="en-US" sz="1250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supporting line</a:t>
            </a:r>
            <a:endParaRPr lang="en-US" sz="1250" dirty="0"/>
          </a:p>
          <a:p>
            <a:pPr marL="0" indent="0" algn="ctr">
              <a:spcAft>
                <a:spcPts val="700"/>
              </a:spcAft>
              <a:buNone/>
            </a:pPr>
            <a:r>
              <a:rPr lang="en-US" sz="1250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supporting line</a:t>
            </a:r>
            <a:endParaRPr lang="en-US" sz="1250" dirty="0"/>
          </a:p>
          <a:p>
            <a:pPr marL="0" indent="0" algn="ctr">
              <a:spcAft>
                <a:spcPts val="700"/>
              </a:spcAft>
              <a:buNone/>
            </a:pPr>
            <a:r>
              <a:rPr lang="en-US" sz="1250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supporting line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8055864" y="1600200"/>
            <a:ext cx="36118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055864" y="1600200"/>
            <a:ext cx="3611880" cy="109728"/>
          </a:xfrm>
          <a:prstGeom prst="rect">
            <a:avLst/>
          </a:prstGeom>
          <a:solidFill>
            <a:srgbClr val="2F60B4"/>
          </a:solidFill>
          <a:ln/>
        </p:spPr>
      </p:sp>
      <p:sp>
        <p:nvSpPr>
          <p:cNvPr id="22" name="Shape 16"/>
          <p:cNvSpPr/>
          <p:nvPr/>
        </p:nvSpPr>
        <p:spPr>
          <a:xfrm>
            <a:off x="9450324" y="1965960"/>
            <a:ext cx="822960" cy="822960"/>
          </a:xfrm>
          <a:prstGeom prst="ellipse">
            <a:avLst/>
          </a:prstGeom>
          <a:solidFill>
            <a:srgbClr val="2F60B4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5538" y="2081174"/>
            <a:ext cx="592531" cy="59253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238744" y="29260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Succeed</a:t>
            </a:r>
            <a:endParaRPr lang="en-US" sz="1800" dirty="0"/>
          </a:p>
        </p:txBody>
      </p:sp>
      <p:sp>
        <p:nvSpPr>
          <p:cNvPr id="25" name="Text 18"/>
          <p:cNvSpPr/>
          <p:nvPr/>
        </p:nvSpPr>
        <p:spPr>
          <a:xfrm>
            <a:off x="8330184" y="342900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700"/>
              </a:spcAft>
              <a:buNone/>
            </a:pPr>
            <a:r>
              <a:rPr lang="en-US" sz="1250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supporting line</a:t>
            </a:r>
            <a:endParaRPr lang="en-US" sz="1250" dirty="0"/>
          </a:p>
          <a:p>
            <a:pPr marL="0" indent="0" algn="ctr">
              <a:spcAft>
                <a:spcPts val="700"/>
              </a:spcAft>
              <a:buNone/>
            </a:pPr>
            <a:r>
              <a:rPr lang="en-US" sz="1250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supporting line</a:t>
            </a:r>
            <a:endParaRPr lang="en-US" sz="1250" dirty="0"/>
          </a:p>
          <a:p>
            <a:pPr marL="0" indent="0" algn="ctr">
              <a:spcAft>
                <a:spcPts val="700"/>
              </a:spcAft>
              <a:buNone/>
            </a:pPr>
            <a:r>
              <a:rPr lang="en-US" sz="1250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supporting line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E3E8EE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502920" y="640080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Vocational College</a:t>
            </a: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b="1" dirty="0">
                <a:solidFill>
                  <a:srgbClr val="2F6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45039</a:t>
            </a: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b="1" dirty="0">
                <a:solidFill>
                  <a:srgbClr val="2F6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CRICOS 03551M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231575" y="6400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03504" cy="603504"/>
          </a:xfrm>
          <a:prstGeom prst="ellipse">
            <a:avLst/>
          </a:prstGeom>
          <a:solidFill>
            <a:srgbClr val="E4541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11" y="541691"/>
            <a:ext cx="434523" cy="4345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45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· KEY FIGURES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with the numbers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9933127" y="292608"/>
            <a:ext cx="1773936" cy="814782"/>
          </a:xfrm>
          <a:prstGeom prst="roundRect">
            <a:avLst>
              <a:gd name="adj" fmla="val 6734"/>
            </a:avLst>
          </a:prstGeom>
          <a:solidFill>
            <a:srgbClr val="234B8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1" descr="/home/claude/aci_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2855" y="384048"/>
            <a:ext cx="1554480" cy="63190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2920" y="182880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02920" y="1828800"/>
            <a:ext cx="2697480" cy="109728"/>
          </a:xfrm>
          <a:prstGeom prst="rect">
            <a:avLst/>
          </a:prstGeom>
          <a:solidFill>
            <a:srgbClr val="F09C0C"/>
          </a:solidFill>
          <a:ln/>
        </p:spPr>
      </p:sp>
      <p:sp>
        <p:nvSpPr>
          <p:cNvPr id="10" name="Text 6"/>
          <p:cNvSpPr/>
          <p:nvPr/>
        </p:nvSpPr>
        <p:spPr>
          <a:xfrm>
            <a:off x="502920" y="214884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09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5800" dirty="0"/>
          </a:p>
        </p:txBody>
      </p:sp>
      <p:sp>
        <p:nvSpPr>
          <p:cNvPr id="11" name="Text 7"/>
          <p:cNvSpPr/>
          <p:nvPr/>
        </p:nvSpPr>
        <p:spPr>
          <a:xfrm>
            <a:off x="640080" y="32918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for stat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364992" y="182880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364992" y="1828800"/>
            <a:ext cx="2697480" cy="109728"/>
          </a:xfrm>
          <a:prstGeom prst="rect">
            <a:avLst/>
          </a:prstGeom>
          <a:solidFill>
            <a:srgbClr val="E45418"/>
          </a:solidFill>
          <a:ln/>
        </p:spPr>
      </p:sp>
      <p:sp>
        <p:nvSpPr>
          <p:cNvPr id="14" name="Text 10"/>
          <p:cNvSpPr/>
          <p:nvPr/>
        </p:nvSpPr>
        <p:spPr>
          <a:xfrm>
            <a:off x="3364992" y="214884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E45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5800" dirty="0"/>
          </a:p>
        </p:txBody>
      </p:sp>
      <p:sp>
        <p:nvSpPr>
          <p:cNvPr id="15" name="Text 11"/>
          <p:cNvSpPr/>
          <p:nvPr/>
        </p:nvSpPr>
        <p:spPr>
          <a:xfrm>
            <a:off x="3502152" y="32918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for stat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227064" y="182880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27064" y="1828800"/>
            <a:ext cx="2697480" cy="109728"/>
          </a:xfrm>
          <a:prstGeom prst="rect">
            <a:avLst/>
          </a:prstGeom>
          <a:solidFill>
            <a:srgbClr val="2F60B4"/>
          </a:solidFill>
          <a:ln/>
        </p:spPr>
      </p:sp>
      <p:sp>
        <p:nvSpPr>
          <p:cNvPr id="18" name="Text 14"/>
          <p:cNvSpPr/>
          <p:nvPr/>
        </p:nvSpPr>
        <p:spPr>
          <a:xfrm>
            <a:off x="6227064" y="214884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2F6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5800" dirty="0"/>
          </a:p>
        </p:txBody>
      </p:sp>
      <p:sp>
        <p:nvSpPr>
          <p:cNvPr id="19" name="Text 15"/>
          <p:cNvSpPr/>
          <p:nvPr/>
        </p:nvSpPr>
        <p:spPr>
          <a:xfrm>
            <a:off x="6364224" y="32918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for stat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9089136" y="182880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9089136" y="1828800"/>
            <a:ext cx="2697480" cy="109728"/>
          </a:xfrm>
          <a:prstGeom prst="rect">
            <a:avLst/>
          </a:prstGeom>
          <a:solidFill>
            <a:srgbClr val="2F60B4"/>
          </a:solidFill>
          <a:ln/>
        </p:spPr>
      </p:sp>
      <p:sp>
        <p:nvSpPr>
          <p:cNvPr id="22" name="Text 18"/>
          <p:cNvSpPr/>
          <p:nvPr/>
        </p:nvSpPr>
        <p:spPr>
          <a:xfrm>
            <a:off x="9089136" y="214884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2F6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5800" dirty="0"/>
          </a:p>
        </p:txBody>
      </p:sp>
      <p:sp>
        <p:nvSpPr>
          <p:cNvPr id="23" name="Text 19"/>
          <p:cNvSpPr/>
          <p:nvPr/>
        </p:nvSpPr>
        <p:spPr>
          <a:xfrm>
            <a:off x="9226296" y="32918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for stat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502920" y="4572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pair each figure with a short, plain-language label. Cite the source in the notes.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E3E8E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02920" y="640080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Vocational College</a:t>
            </a: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b="1" dirty="0">
                <a:solidFill>
                  <a:srgbClr val="2F6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45039</a:t>
            </a: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b="1" dirty="0">
                <a:solidFill>
                  <a:srgbClr val="2F6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CRICOS 03551M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231575" y="6400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03504" cy="603504"/>
          </a:xfrm>
          <a:prstGeom prst="ellipse">
            <a:avLst/>
          </a:prstGeom>
          <a:solidFill>
            <a:srgbClr val="2F60B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11" y="541691"/>
            <a:ext cx="434523" cy="4345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6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· TABLE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comparison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9933127" y="292608"/>
            <a:ext cx="1773936" cy="814782"/>
          </a:xfrm>
          <a:prstGeom prst="roundRect">
            <a:avLst>
              <a:gd name="adj" fmla="val 6734"/>
            </a:avLst>
          </a:prstGeom>
          <a:solidFill>
            <a:srgbClr val="234B8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1" descr="/home/claude/aci_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2855" y="384048"/>
            <a:ext cx="1554480" cy="631902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55680" cy="914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4B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 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0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 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C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4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label 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4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/ 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4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/ 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4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label two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4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/ 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4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/ 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4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label three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4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/ 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4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/ 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4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label four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4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/ 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4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/ 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E3E8EE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502920" y="640080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Vocational College</a:t>
            </a: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b="1" dirty="0">
                <a:solidFill>
                  <a:srgbClr val="2F6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45039</a:t>
            </a: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b="1" dirty="0">
                <a:solidFill>
                  <a:srgbClr val="2F6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CRICOS 03551M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11231575" y="6400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03504" cy="603504"/>
          </a:xfrm>
          <a:prstGeom prst="ellipse">
            <a:avLst/>
          </a:prstGeom>
          <a:solidFill>
            <a:srgbClr val="F5C80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11" y="541691"/>
            <a:ext cx="434523" cy="4345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· PROCESS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sequence of steps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9933127" y="292608"/>
            <a:ext cx="1773936" cy="814782"/>
          </a:xfrm>
          <a:prstGeom prst="roundRect">
            <a:avLst>
              <a:gd name="adj" fmla="val 6734"/>
            </a:avLst>
          </a:prstGeom>
          <a:solidFill>
            <a:srgbClr val="234B8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1" descr="/home/claude/aci_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2855" y="384048"/>
            <a:ext cx="1554480" cy="63190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2920" y="192024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1394460" y="2148840"/>
            <a:ext cx="914400" cy="914400"/>
          </a:xfrm>
          <a:prstGeom prst="ellipse">
            <a:avLst/>
          </a:prstGeom>
          <a:solidFill>
            <a:srgbClr val="F09C0C"/>
          </a:solidFill>
          <a:ln/>
        </p:spPr>
      </p:sp>
      <p:sp>
        <p:nvSpPr>
          <p:cNvPr id="10" name="Text 6"/>
          <p:cNvSpPr/>
          <p:nvPr/>
        </p:nvSpPr>
        <p:spPr>
          <a:xfrm>
            <a:off x="1394460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640080" y="32004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one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31520" y="3611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description of the step.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182112" y="1920240"/>
            <a:ext cx="182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3364992" y="192024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56532" y="2148840"/>
            <a:ext cx="914400" cy="914400"/>
          </a:xfrm>
          <a:prstGeom prst="ellipse">
            <a:avLst/>
          </a:prstGeom>
          <a:solidFill>
            <a:srgbClr val="E45418"/>
          </a:solidFill>
          <a:ln/>
        </p:spPr>
      </p:sp>
      <p:sp>
        <p:nvSpPr>
          <p:cNvPr id="16" name="Text 12"/>
          <p:cNvSpPr/>
          <p:nvPr/>
        </p:nvSpPr>
        <p:spPr>
          <a:xfrm>
            <a:off x="4256532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3502152" y="32004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two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593592" y="3611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description of the step.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044184" y="1920240"/>
            <a:ext cx="182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6227064" y="192024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118604" y="2148840"/>
            <a:ext cx="914400" cy="914400"/>
          </a:xfrm>
          <a:prstGeom prst="ellipse">
            <a:avLst/>
          </a:prstGeom>
          <a:solidFill>
            <a:srgbClr val="2F60B4"/>
          </a:solidFill>
          <a:ln/>
        </p:spPr>
      </p:sp>
      <p:sp>
        <p:nvSpPr>
          <p:cNvPr id="22" name="Text 18"/>
          <p:cNvSpPr/>
          <p:nvPr/>
        </p:nvSpPr>
        <p:spPr>
          <a:xfrm>
            <a:off x="7118604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23" name="Text 19"/>
          <p:cNvSpPr/>
          <p:nvPr/>
        </p:nvSpPr>
        <p:spPr>
          <a:xfrm>
            <a:off x="6364224" y="32004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three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6455664" y="3611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description of the step.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8906256" y="1920240"/>
            <a:ext cx="182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2"/>
          <p:cNvSpPr/>
          <p:nvPr/>
        </p:nvSpPr>
        <p:spPr>
          <a:xfrm>
            <a:off x="9089136" y="192024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9980676" y="2148840"/>
            <a:ext cx="914400" cy="914400"/>
          </a:xfrm>
          <a:prstGeom prst="ellipse">
            <a:avLst/>
          </a:prstGeom>
          <a:solidFill>
            <a:srgbClr val="2F60B4"/>
          </a:solidFill>
          <a:ln/>
        </p:spPr>
      </p:sp>
      <p:sp>
        <p:nvSpPr>
          <p:cNvPr id="28" name="Text 24"/>
          <p:cNvSpPr/>
          <p:nvPr/>
        </p:nvSpPr>
        <p:spPr>
          <a:xfrm>
            <a:off x="9980676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29" name="Text 25"/>
          <p:cNvSpPr/>
          <p:nvPr/>
        </p:nvSpPr>
        <p:spPr>
          <a:xfrm>
            <a:off x="9226296" y="32004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four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9317736" y="3611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description of the step.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E3E8EE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02920" y="640080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Vocational College</a:t>
            </a: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b="1" dirty="0">
                <a:solidFill>
                  <a:srgbClr val="2F6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45039</a:t>
            </a: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b="1" dirty="0">
                <a:solidFill>
                  <a:srgbClr val="2F6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CRICOS 03551M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231575" y="6400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4B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28016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" y="139537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2860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callout layout for a quote, a key message, or a single statement you want to land.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024128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Attribution / source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024128" y="5120640"/>
            <a:ext cx="731520" cy="91440"/>
          </a:xfrm>
          <a:prstGeom prst="rect">
            <a:avLst/>
          </a:prstGeom>
          <a:solidFill>
            <a:srgbClr val="F09C0C"/>
          </a:solidFill>
          <a:ln/>
        </p:spPr>
      </p:sp>
      <p:sp>
        <p:nvSpPr>
          <p:cNvPr id="7" name="Shape 4"/>
          <p:cNvSpPr/>
          <p:nvPr/>
        </p:nvSpPr>
        <p:spPr>
          <a:xfrm>
            <a:off x="1801368" y="5120640"/>
            <a:ext cx="731520" cy="91440"/>
          </a:xfrm>
          <a:prstGeom prst="rect">
            <a:avLst/>
          </a:prstGeom>
          <a:solidFill>
            <a:srgbClr val="E45418"/>
          </a:solidFill>
          <a:ln/>
        </p:spPr>
      </p:sp>
      <p:sp>
        <p:nvSpPr>
          <p:cNvPr id="8" name="Shape 5"/>
          <p:cNvSpPr/>
          <p:nvPr/>
        </p:nvSpPr>
        <p:spPr>
          <a:xfrm>
            <a:off x="2578608" y="5120640"/>
            <a:ext cx="731520" cy="91440"/>
          </a:xfrm>
          <a:prstGeom prst="rect">
            <a:avLst/>
          </a:prstGeom>
          <a:solidFill>
            <a:srgbClr val="2F60B4"/>
          </a:solidFill>
          <a:ln/>
        </p:spPr>
      </p:sp>
      <p:sp>
        <p:nvSpPr>
          <p:cNvPr id="9" name="Shape 6"/>
          <p:cNvSpPr/>
          <p:nvPr/>
        </p:nvSpPr>
        <p:spPr>
          <a:xfrm>
            <a:off x="3355848" y="5120640"/>
            <a:ext cx="731520" cy="91440"/>
          </a:xfrm>
          <a:prstGeom prst="rect">
            <a:avLst/>
          </a:prstGeom>
          <a:solidFill>
            <a:srgbClr val="2F60B4"/>
          </a:solidFill>
          <a:ln/>
        </p:spPr>
      </p:sp>
      <p:sp>
        <p:nvSpPr>
          <p:cNvPr id="10" name="Shape 7"/>
          <p:cNvSpPr/>
          <p:nvPr/>
        </p:nvSpPr>
        <p:spPr>
          <a:xfrm>
            <a:off x="4133088" y="5120640"/>
            <a:ext cx="731520" cy="91440"/>
          </a:xfrm>
          <a:prstGeom prst="rect">
            <a:avLst/>
          </a:prstGeom>
          <a:solidFill>
            <a:srgbClr val="E45418"/>
          </a:solidFill>
          <a:ln/>
        </p:spPr>
      </p:sp>
      <p:sp>
        <p:nvSpPr>
          <p:cNvPr id="11" name="Shape 8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4451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0080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Vocational College</a:t>
            </a: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b="1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45039</a:t>
            </a: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b="1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CRICOS 03551M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31575" y="6400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03504" cy="603504"/>
          </a:xfrm>
          <a:prstGeom prst="ellipse">
            <a:avLst/>
          </a:prstGeom>
          <a:solidFill>
            <a:srgbClr val="2F60B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11" y="541691"/>
            <a:ext cx="434523" cy="4345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6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· IMAGE + TEXT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a visual with explanation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9933127" y="292608"/>
            <a:ext cx="1773936" cy="814782"/>
          </a:xfrm>
          <a:prstGeom prst="roundRect">
            <a:avLst>
              <a:gd name="adj" fmla="val 6734"/>
            </a:avLst>
          </a:prstGeom>
          <a:solidFill>
            <a:srgbClr val="234B8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1" descr="/home/claude/aci_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2855" y="384048"/>
            <a:ext cx="1554480" cy="63190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2920" y="1600200"/>
            <a:ext cx="5577840" cy="4069080"/>
          </a:xfrm>
          <a:prstGeom prst="rect">
            <a:avLst/>
          </a:prstGeom>
          <a:solidFill>
            <a:srgbClr val="E3E8EE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971800" y="3200400"/>
            <a:ext cx="822960" cy="822960"/>
          </a:xfrm>
          <a:prstGeom prst="ellipse">
            <a:avLst/>
          </a:prstGeom>
          <a:solidFill>
            <a:srgbClr val="234B8C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7014" y="3315614"/>
            <a:ext cx="592531" cy="59253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02920" y="41148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image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400800" y="17830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 for this visual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6400800" y="237744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the image shows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out the key point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it back to your message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E3E8EE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02920" y="640080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3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Vocational College</a:t>
            </a: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b="1" dirty="0">
                <a:solidFill>
                  <a:srgbClr val="2F6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45039</a:t>
            </a: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b="1" dirty="0">
                <a:solidFill>
                  <a:srgbClr val="2F6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CRICOS 03551M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231575" y="6400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34B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274320"/>
          </a:xfrm>
          <a:prstGeom prst="rect">
            <a:avLst/>
          </a:prstGeom>
          <a:solidFill>
            <a:srgbClr val="F09C0C"/>
          </a:solidFill>
          <a:ln/>
        </p:spPr>
      </p:sp>
      <p:sp>
        <p:nvSpPr>
          <p:cNvPr id="3" name="Shape 1"/>
          <p:cNvSpPr/>
          <p:nvPr/>
        </p:nvSpPr>
        <p:spPr>
          <a:xfrm>
            <a:off x="2438339" y="0"/>
            <a:ext cx="2438339" cy="274320"/>
          </a:xfrm>
          <a:prstGeom prst="rect">
            <a:avLst/>
          </a:prstGeom>
          <a:solidFill>
            <a:srgbClr val="E45418"/>
          </a:solidFill>
          <a:ln/>
        </p:spPr>
      </p:sp>
      <p:sp>
        <p:nvSpPr>
          <p:cNvPr id="4" name="Shape 2"/>
          <p:cNvSpPr/>
          <p:nvPr/>
        </p:nvSpPr>
        <p:spPr>
          <a:xfrm>
            <a:off x="4876678" y="0"/>
            <a:ext cx="2438339" cy="274320"/>
          </a:xfrm>
          <a:prstGeom prst="rect">
            <a:avLst/>
          </a:prstGeom>
          <a:solidFill>
            <a:srgbClr val="2F60B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017" y="0"/>
            <a:ext cx="2438339" cy="274320"/>
          </a:xfrm>
          <a:prstGeom prst="rect">
            <a:avLst/>
          </a:prstGeom>
          <a:solidFill>
            <a:srgbClr val="2F60B4"/>
          </a:solidFill>
          <a:ln/>
        </p:spPr>
      </p:sp>
      <p:sp>
        <p:nvSpPr>
          <p:cNvPr id="6" name="Shape 4"/>
          <p:cNvSpPr/>
          <p:nvPr/>
        </p:nvSpPr>
        <p:spPr>
          <a:xfrm>
            <a:off x="9753356" y="0"/>
            <a:ext cx="2438339" cy="274320"/>
          </a:xfrm>
          <a:prstGeom prst="rect">
            <a:avLst/>
          </a:prstGeom>
          <a:solidFill>
            <a:srgbClr val="E45418"/>
          </a:solidFill>
          <a:ln/>
        </p:spPr>
      </p:sp>
      <p:pic>
        <p:nvPicPr>
          <p:cNvPr id="7" name="Image 0" descr="/home/claude/aci_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848" y="1280160"/>
            <a:ext cx="4572000" cy="18585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0" y="33832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 ·  TRADITION  ·  EDUCATION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0" y="52120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details / website / email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Vocational College   ·   RTO 45039   ·   CRICOS 03551M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03504" cy="603504"/>
          </a:xfrm>
          <a:prstGeom prst="ellipse">
            <a:avLst/>
          </a:prstGeom>
          <a:solidFill>
            <a:srgbClr val="E4541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11" y="541691"/>
            <a:ext cx="434523" cy="4345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45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kit &amp; how to use this template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9933127" y="292608"/>
            <a:ext cx="1773936" cy="814782"/>
          </a:xfrm>
          <a:prstGeom prst="roundRect">
            <a:avLst>
              <a:gd name="adj" fmla="val 6734"/>
            </a:avLst>
          </a:prstGeom>
          <a:solidFill>
            <a:srgbClr val="234B8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1" descr="/home/claude/aci_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2855" y="384048"/>
            <a:ext cx="1554480" cy="6319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palette (from logo)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02920" y="1874520"/>
            <a:ext cx="1463040" cy="868680"/>
          </a:xfrm>
          <a:prstGeom prst="rect">
            <a:avLst/>
          </a:prstGeom>
          <a:solidFill>
            <a:srgbClr val="234B8C"/>
          </a:solidFill>
          <a:ln/>
        </p:spPr>
      </p:sp>
      <p:sp>
        <p:nvSpPr>
          <p:cNvPr id="10" name="Text 6"/>
          <p:cNvSpPr/>
          <p:nvPr/>
        </p:nvSpPr>
        <p:spPr>
          <a:xfrm>
            <a:off x="502920" y="2788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</a:t>
            </a:r>
            <a:endParaRPr lang="en-US" sz="11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#234B8C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075688" y="1874520"/>
            <a:ext cx="1463040" cy="868680"/>
          </a:xfrm>
          <a:prstGeom prst="rect">
            <a:avLst/>
          </a:prstGeom>
          <a:solidFill>
            <a:srgbClr val="F09C0C"/>
          </a:solidFill>
          <a:ln/>
        </p:spPr>
      </p:sp>
      <p:sp>
        <p:nvSpPr>
          <p:cNvPr id="12" name="Text 8"/>
          <p:cNvSpPr/>
          <p:nvPr/>
        </p:nvSpPr>
        <p:spPr>
          <a:xfrm>
            <a:off x="2075688" y="2788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</a:t>
            </a:r>
            <a:endParaRPr lang="en-US" sz="11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#F09C0C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648456" y="1874520"/>
            <a:ext cx="1463040" cy="868680"/>
          </a:xfrm>
          <a:prstGeom prst="rect">
            <a:avLst/>
          </a:prstGeom>
          <a:solidFill>
            <a:srgbClr val="E45418"/>
          </a:solidFill>
          <a:ln/>
        </p:spPr>
      </p:sp>
      <p:sp>
        <p:nvSpPr>
          <p:cNvPr id="14" name="Text 10"/>
          <p:cNvSpPr/>
          <p:nvPr/>
        </p:nvSpPr>
        <p:spPr>
          <a:xfrm>
            <a:off x="3648456" y="2788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orange</a:t>
            </a:r>
            <a:endParaRPr lang="en-US" sz="11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#E45418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221224" y="1874520"/>
            <a:ext cx="1463040" cy="868680"/>
          </a:xfrm>
          <a:prstGeom prst="rect">
            <a:avLst/>
          </a:prstGeom>
          <a:solidFill>
            <a:srgbClr val="2F60B4"/>
          </a:solidFill>
          <a:ln/>
        </p:spPr>
      </p:sp>
      <p:sp>
        <p:nvSpPr>
          <p:cNvPr id="16" name="Text 12"/>
          <p:cNvSpPr/>
          <p:nvPr/>
        </p:nvSpPr>
        <p:spPr>
          <a:xfrm>
            <a:off x="5221224" y="2788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Meridian blue</a:t>
            </a:r>
            <a:endParaRPr lang="en-US" sz="11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#2F60B4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793992" y="1874520"/>
            <a:ext cx="1463040" cy="868680"/>
          </a:xfrm>
          <a:prstGeom prst="rect">
            <a:avLst/>
          </a:prstGeom>
          <a:solidFill>
            <a:srgbClr val="606060"/>
          </a:solidFill>
          <a:ln/>
        </p:spPr>
      </p:sp>
      <p:sp>
        <p:nvSpPr>
          <p:cNvPr id="18" name="Text 14"/>
          <p:cNvSpPr/>
          <p:nvPr/>
        </p:nvSpPr>
        <p:spPr>
          <a:xfrm>
            <a:off x="6793992" y="2788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Grey</a:t>
            </a:r>
            <a:endParaRPr lang="en-US" sz="11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#606060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366760" y="1874520"/>
            <a:ext cx="1463040" cy="868680"/>
          </a:xfrm>
          <a:prstGeom prst="rect">
            <a:avLst/>
          </a:prstGeom>
          <a:solidFill>
            <a:srgbClr val="F0F2F7"/>
          </a:solidFill>
          <a:ln/>
        </p:spPr>
      </p:sp>
      <p:sp>
        <p:nvSpPr>
          <p:cNvPr id="20" name="Text 16"/>
          <p:cNvSpPr/>
          <p:nvPr/>
        </p:nvSpPr>
        <p:spPr>
          <a:xfrm>
            <a:off x="8366760" y="2788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grey</a:t>
            </a:r>
            <a:endParaRPr lang="en-US" sz="11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#F0F2F7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9939528" y="1874520"/>
            <a:ext cx="1463040" cy="868680"/>
          </a:xfrm>
          <a:prstGeom prst="rect">
            <a:avLst/>
          </a:prstGeom>
          <a:solidFill>
            <a:srgbClr val="F5C800"/>
          </a:solidFill>
          <a:ln/>
        </p:spPr>
      </p:sp>
      <p:sp>
        <p:nvSpPr>
          <p:cNvPr id="22" name="Text 18"/>
          <p:cNvSpPr/>
          <p:nvPr/>
        </p:nvSpPr>
        <p:spPr>
          <a:xfrm>
            <a:off x="9939528" y="2788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1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#F5C800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02920" y="3611880"/>
            <a:ext cx="5486400" cy="2057400"/>
          </a:xfrm>
          <a:prstGeom prst="rect">
            <a:avLst/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02920" y="3611880"/>
            <a:ext cx="91440" cy="2057400"/>
          </a:xfrm>
          <a:prstGeom prst="rect">
            <a:avLst/>
          </a:prstGeom>
          <a:solidFill>
            <a:srgbClr val="2F60B4"/>
          </a:solidFill>
          <a:ln/>
        </p:spPr>
      </p:sp>
      <p:sp>
        <p:nvSpPr>
          <p:cNvPr id="25" name="Text 21"/>
          <p:cNvSpPr/>
          <p:nvPr/>
        </p:nvSpPr>
        <p:spPr>
          <a:xfrm>
            <a:off x="731520" y="3749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the layouts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731520" y="416052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any slide, then replace the placeholder text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= title/divider/closing; white = content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one idea per slide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172200" y="3611880"/>
            <a:ext cx="5486400" cy="2057400"/>
          </a:xfrm>
          <a:prstGeom prst="rect">
            <a:avLst/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172200" y="3611880"/>
            <a:ext cx="91440" cy="2057400"/>
          </a:xfrm>
          <a:prstGeom prst="rect">
            <a:avLst/>
          </a:prstGeom>
          <a:solidFill>
            <a:srgbClr val="F09C0C"/>
          </a:solidFill>
          <a:ln/>
        </p:spPr>
      </p:sp>
      <p:sp>
        <p:nvSpPr>
          <p:cNvPr id="29" name="Text 25"/>
          <p:cNvSpPr/>
          <p:nvPr/>
        </p:nvSpPr>
        <p:spPr>
          <a:xfrm>
            <a:off x="6400800" y="3749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&amp; footer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6400800" y="416052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Headings: Arial Bold  ·  Body: Arial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Footer carries RTO 45039 and CRICOS 03551M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stretch or recolour the logo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12700">
            <a:solidFill>
              <a:srgbClr val="E3E8EE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02920" y="640080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3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Meridian Vocational College</a:t>
            </a:r>
            <a:r>
              <a:rPr lang="en-US" sz="9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b="1" dirty="0">
                <a:solidFill>
                  <a:srgbClr val="2F6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 45039</a:t>
            </a:r>
            <a:r>
              <a:rPr lang="en-US" sz="9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900" b="1" dirty="0">
                <a:solidFill>
                  <a:srgbClr val="2F6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CRICOS 03551M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231575" y="6400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644</Words>
  <Application>Microsoft Office PowerPoint</Application>
  <PresentationFormat>Widescreen</PresentationFormat>
  <Paragraphs>173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Adelaide Construction Institute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ACI Branded PowerPoint Template</dc:title>
  <dc:subject>RTO 45797 | CRICOS 03978F</dc:subject>
  <dc:creator>Adelaide Construction Institute</dc:creator>
  <cp:lastModifiedBy>RTOADM</cp:lastModifiedBy>
  <cp:revision>1</cp:revision>
  <dcterms:created xsi:type="dcterms:W3CDTF">2026-06-03T01:06:54Z</dcterms:created>
  <dcterms:modified xsi:type="dcterms:W3CDTF">2026-08-14T03:14:10Z</dcterms:modified>
</cp:coreProperties>
</file>